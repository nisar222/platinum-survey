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 showGuides="1">
      <p:cViewPr varScale="1">
        <p:scale>
          <a:sx n="95" d="100"/>
          <a:sy n="95" d="100"/>
        </p:scale>
        <p:origin x="200" y="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D882-BDA3-DBE6-6B6D-DB2314E46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3B9BC-7094-DD9C-BEA7-6961863A7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40071-7CAE-3241-CACB-39E0A8C8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C1650-A6C1-2A1D-C4B8-A553C674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523F8-B7C9-4C61-0704-EBF465B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615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D2D8-51E9-C909-4C27-B5D0EC206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C7D28-54B5-8E7B-137C-1678ADD46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A505-0C07-2DB2-9A18-1C1FDA38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7AA41-9416-9AC3-B0D8-28DAF616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357A5-DEF0-50C6-DAFA-9A3E8B54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061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E8CD-F526-8E8E-7263-E59DBEF4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C6BC6-C363-298B-FF69-737B2902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8B2B-BB8D-D3BB-17DC-041B62AE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8D495-F857-1417-1E22-CEF4BF84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998E1-BB3D-DA34-2B7B-2952A81AE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729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AD0D-9F55-B0C1-AFCD-4F3D2243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DCDD3-9741-3CBF-3D2B-3CEF96C6F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69EFB-5418-4BA2-8D15-36A385D4F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B8FB4-C170-7899-7CAD-E739AAC3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8A663-C808-0399-B327-142F6E96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78FC6-6E51-7B1D-7356-3BFA0DFE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674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9001-BEF5-D245-2E8C-F31324F8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60AB1-4EE2-F686-F72C-EFE674AD7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11105-6A4E-5020-F1C5-D7A43810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03366-B9E1-767E-8C87-BAC2F64B6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FC8A6B-D304-2C4B-EAA7-28FDAEDE1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31A67-CD30-EA81-2D4B-BAC79309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28A2-8E76-6E5C-3273-CFA1E5EA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FC7ACD-D4A4-88D6-9CE3-915DD08B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1735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FE0C-B9C6-B98F-4782-CEA86A94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1135F-7708-7F5E-55CC-27EF6E04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5A091-9B51-AE1F-0DAA-DBD03321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96758-4123-AA31-4F8B-D1D77406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079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72AEF-C62A-034E-6B16-B283279C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87907-9474-0831-D7AA-BBCADC98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61E1-A4FC-F985-BE73-E1737CAD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2600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F3D0-B515-90F5-EC33-A0C02BF5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9A43-E34D-90F0-490A-CA5CEC4A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08A6D-FC87-9286-4534-48A881FA9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38C76-6227-42F5-8E1A-422139CC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963DB-90B4-36E3-B881-43F12D86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FF17C-C1D2-A80A-50B7-AE5C69FC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6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F776-8ABD-61AA-5623-E5A2EF10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39F26-B753-4D05-1C28-0AC2C4B25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1B84A-4B03-6ED0-6879-9B951028D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0147D-6E6B-53E5-89EB-E1E075BBE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DA036-9EFF-D84A-DFA8-3DE5AAB8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50898-B476-0E04-D8C2-192D8212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705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9D27-4E1A-26E0-0F8E-14C71646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AB1AF-A7A0-E2DE-6FCA-2B7FA55D8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6C51E-1E51-D490-87BC-A0DA7FDC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73B7-B1FD-0C18-0C7F-EB027D64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4A120-D986-1182-4A12-59D19F07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5655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A22A7-DCAD-EBA2-4FFA-EF248ED27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302D1-51D6-E443-3DB7-E961BA216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C7698-4BCE-5699-8F54-CD22D437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7C6BD-AF30-0BD4-1503-B41E9C5E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FDE29-5C4C-215A-E8A2-B84B23246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4195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EB5FA1-B5B2-72E0-713D-0B6D11D4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86A0C-14A9-0794-03FE-B97C90A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1D8F5-DDDC-7ED8-C157-CD77D2C70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FC58D-E473-8445-B698-0A1AF06259D6}" type="datetimeFigureOut">
              <a:rPr lang="en-AE" smtClean="0"/>
              <a:t>29/12/2025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C0108-9669-BA8E-E52F-D7971CB28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0831C-D4CA-DEB0-8123-001489165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E9586-872A-D34A-81D9-85023DF8596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4829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356355-A570-6E01-5018-8EA73BFF1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642"/>
            <a:ext cx="11695754" cy="68580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691BE3-FC08-8DEB-47DB-61C8CC7F2D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21" b="4396"/>
          <a:stretch>
            <a:fillRect/>
          </a:stretch>
        </p:blipFill>
        <p:spPr>
          <a:xfrm>
            <a:off x="5661210" y="1854500"/>
            <a:ext cx="5082989" cy="417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Nisar Khan</dc:creator>
  <cp:lastModifiedBy>Nisar Khan</cp:lastModifiedBy>
  <cp:revision>1</cp:revision>
  <dcterms:created xsi:type="dcterms:W3CDTF">2025-12-29T09:45:05Z</dcterms:created>
  <dcterms:modified xsi:type="dcterms:W3CDTF">2025-12-29T09:48:09Z</dcterms:modified>
</cp:coreProperties>
</file>